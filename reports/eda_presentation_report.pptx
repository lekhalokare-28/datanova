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116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6213E"/>
                </a:solidFill>
              </a:defRPr>
            </a:pPr>
            <a:r>
              <a:t>DataNova: Automated EDA Report</a:t>
            </a:r>
          </a:p>
          <a:p>
            <a:pPr>
              <a:spcBef>
                <a:spcPts val="1600"/>
              </a:spcBef>
              <a:defRPr sz="2000">
                <a:solidFill>
                  <a:srgbClr val="0066CC"/>
                </a:solidFill>
              </a:defRPr>
            </a:pPr>
            <a:r>
              <a:t>Detected Domain: Healthcare | Automated Intelligence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13E"/>
                </a:solidFill>
              </a:defRPr>
            </a:pPr>
            <a:r>
              <a:t>Executive / 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 309 patient records, 16 variables capture demographics, lifestyle, symptoms, and lung-cancer outcome.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 Binary/ordinal features (e.g., SMOKING, YELLOW_FINGERS) are encoded as integers, enabling rapid modeling.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 Target variable LUNG_CANCER is categorical (likely "YES/NO"), suitable for classification tasks.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 Age spans 21-87 years, with a median around the mid-50s, reflecting a typical at-risk population.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13E"/>
                </a:solidFill>
              </a:defRPr>
            </a:pPr>
            <a:r>
              <a:t>Data Quality &amp; Profiling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 No missing values or dtype mismatches; the dataset is clean and ready for analysis.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 Age outliers (21, 38) fall below the statistical lower bound (39) but are clinically plausible; consider capping or flagging.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 Column names contain trailing spaces (e.g., "FATIGUE ", "ALLERGY "); trim whitespace to avoid downstream bugs.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 All symptom scores are integer-scaled, likely 0-1 or 0-2; verify the coding scheme before model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13E"/>
                </a:solidFill>
              </a:defRPr>
            </a:pPr>
            <a:r>
              <a:t>Strategic / Operational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 Immediate next step: encode categorical gender and target, and standardize feature names for reproducibility.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 Explore age-stratified risk; the two younger outliers may reveal early-onset patterns worth investigating.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 Leverage the fully observed dataset to prototype rapid lung-cancer risk models (logistic regression, tree-based) for clinical decision support.</a:t>
            </a:r>
          </a:p>
          <a:p>
            <a:pPr>
              <a:spcAft>
                <a:spcPts val="1400"/>
              </a:spcAft>
              <a:defRPr sz="1800">
                <a:solidFill>
                  <a:srgbClr val="282828"/>
                </a:solidFill>
              </a:defRPr>
            </a:pPr>
            <a:r>
              <a:t>•  Prioritize feature importance analysis to identify high-impact symptoms (e.g., YELLOW_FINGERS, WHEEZING) for targeted screening programs.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