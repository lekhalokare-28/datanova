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DataNova: Automated EDA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Domain Detected: Healthcare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/ Dataset Overview  </a:t>
            </a:r>
          </a:p>
          <a:p>
            <a:r>
              <a:t>- Healthcare-focused patient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Quality &amp; Profiling Insights  </a:t>
            </a:r>
          </a:p>
          <a:p>
            <a:r>
              <a:t>- No missing values or 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the table is clean from a completeness standpoint.  </a:t>
            </a:r>
            <a:br/>
            <a:r>
              <a:t>- Two age outliers (21 y, 38 y) fall below the calculated lower bound (39 y); they represent &lt; 1 % of the sample and may be genuine younger patients or data entry errors.  </a:t>
            </a:r>
            <a:br/>
            <a:r>
              <a:t>- Column names contain trailing spaces ("FATIGUE ", "ALLERGY ") and inconsistent spacing ("CHRONIC DISEASE" vs "CHRONIC_DISEASE"). These will need standardisation before modeling.  </a:t>
            </a:r>
            <a:br/>
            <a:r>
              <a:t>- All symptom and exposure fields are encoded as integers, likely 0/1; verify that no values exceed this range.  </a:t>
            </a:r>
            <a:br/>
            <a:r>
              <a:t>- Gender is the only non-numeric field; ensure consistent labeling (e.g., "Male", "Female", "M", "F").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Strategic / Operational Takeaways  </a:t>
            </a:r>
          </a:p>
          <a:p>
            <a:r>
              <a:t>- Immediate data-cleanin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Report.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