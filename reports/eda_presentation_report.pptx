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6213E"/>
                </a:solidFill>
              </a:defRPr>
            </a:pPr>
            <a:r>
              <a:t>DataNova: Automated EDA Report</a:t>
            </a:r>
          </a:p>
          <a:p>
            <a:pPr>
              <a:spcBef>
                <a:spcPts val="1600"/>
              </a:spcBef>
              <a:defRPr sz="2000">
                <a:solidFill>
                  <a:srgbClr val="0066CC"/>
                </a:solidFill>
              </a:defRPr>
            </a:pPr>
            <a:r>
              <a:t>Detected Domain: Generic | Automated Intelligence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Executive /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1,000,000 observations across 10 agronomic variables capture regional crop performance.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Core fields: Region, Soil_Type, Crop, Rainfall_mm, Temperature_Celsius, Fertilizer_Used, Irrigation_Used, Weather_Condition, Days_to_Harvest, Yield_tons_per_hectare.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Categorical attributes (Region, Soil_Type, Crop, Weather_Condition) enable segmentation; numeric metrics (Rainfall, Temperature, Days_to_Harvest, Yield) drive yield modeling.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Data Quality &amp; Profiling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Zero missing values and consistent dtypes indicate a clean, ready-to-model dataset.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Yield outliers: 84 records exceed plausible bounds (-0.27 - 9.57 t/ha), with extreme values up to 9.73 t/ha and negatives down to -0.84 t/ha.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Outlier rows are sparsely distributed (sample indices: 11 596, 39 669, 54 745, 77 504, 93 760), suggesting isolated data-entry errors rather than systemic bias.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Strategic / Operational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Flag and review the 84 yield outliers; consider capping or imputing to prevent distortion of predictive models.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Leverage the rich categorical dimensions (Region, Soil_Type, Crop) for targeted agronomic recommendations and region-specific yield forecasts.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Integrate rainfall, temperature, and irrigation flags into a multivariate model to quantify climate-driven yield variability.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Use Days_to_Harvest as a proxy for crop cycle efficiency; shorter cycles coupled with optimal inputs may boost per-hectare productivity.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Deploy the clean dataset in a real-time dashboard for agronomists to monitor input-output relationships and guide precision-farming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